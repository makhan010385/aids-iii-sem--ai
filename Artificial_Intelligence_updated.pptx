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814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114800"/>
            <a:ext cx="3291840" cy="329184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ai_ppt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11407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History, Motivation and Applications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21945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solidFill>
            <a:srgbClr val="D9EE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branch of computer science that develops machines and software capable of performing tasks that normally require human intelligence.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Definition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of a machine to learn, reason, understand, make decisions and solve problems like an intelligent human.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4846320" cy="1783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315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 Students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6634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give a computer many pictures of cats and dogs, and it learns to identify whether a new picture is a cat or a dog — this is an example of AI.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AI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737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D9EE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9672" y="20345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0" descr="/home/claude/ai_ppt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2178558"/>
            <a:ext cx="352044" cy="3520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269480" y="18745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(ChatGPT)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89720" y="1737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D9EEF5"/>
          </a:solidFill>
          <a:ln/>
        </p:spPr>
      </p:sp>
      <p:sp>
        <p:nvSpPr>
          <p:cNvPr id="17" name="Shape 14"/>
          <p:cNvSpPr/>
          <p:nvPr/>
        </p:nvSpPr>
        <p:spPr>
          <a:xfrm>
            <a:off x="9354312" y="20345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1" descr="/home/claude/ai_ppt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330" y="2178558"/>
            <a:ext cx="352044" cy="3520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104120" y="18745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55080" y="3154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D9EEF5"/>
          </a:solidFill>
          <a:ln/>
        </p:spPr>
      </p:sp>
      <p:sp>
        <p:nvSpPr>
          <p:cNvPr id="21" name="Shape 17"/>
          <p:cNvSpPr/>
          <p:nvPr/>
        </p:nvSpPr>
        <p:spPr>
          <a:xfrm>
            <a:off x="6519672" y="34518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2" descr="/home/claude/ai_ppt/icons/micro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690" y="3595878"/>
            <a:ext cx="352044" cy="3520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269480" y="32918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189720" y="3154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D9EEF5"/>
          </a:solidFill>
          <a:ln/>
        </p:spPr>
      </p:sp>
      <p:sp>
        <p:nvSpPr>
          <p:cNvPr id="25" name="Shape 20"/>
          <p:cNvSpPr/>
          <p:nvPr/>
        </p:nvSpPr>
        <p:spPr>
          <a:xfrm>
            <a:off x="9354312" y="34518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3" descr="/home/claude/ai_ppt/icons/c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330" y="3595878"/>
            <a:ext cx="352044" cy="3520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104120" y="32918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Vehicles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355080" y="4572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D9EE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519672" y="48691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4" descr="/home/claude/ai_ppt/icons/thumbs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3690" y="5013198"/>
            <a:ext cx="352044" cy="3520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69480" y="47091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189720" y="45720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D9EEF5"/>
          </a:solidFill>
          <a:ln/>
        </p:spPr>
      </p:sp>
      <p:sp>
        <p:nvSpPr>
          <p:cNvPr id="33" name="Shape 26"/>
          <p:cNvSpPr/>
          <p:nvPr/>
        </p:nvSpPr>
        <p:spPr>
          <a:xfrm>
            <a:off x="9354312" y="48691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4" name="Image 5" descr="/home/claude/ai_ppt/icons/stethosco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8330" y="5013198"/>
            <a:ext cx="352044" cy="35204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104120" y="47091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System "Intelligent"?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EF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990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ai_ppt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1526591"/>
            <a:ext cx="311810" cy="3118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373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images, sounds or surroundings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51960" y="1234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EF5"/>
          </a:solidFill>
          <a:ln/>
        </p:spPr>
      </p:sp>
      <p:sp>
        <p:nvSpPr>
          <p:cNvPr id="9" name="Shape 6"/>
          <p:cNvSpPr/>
          <p:nvPr/>
        </p:nvSpPr>
        <p:spPr>
          <a:xfrm>
            <a:off x="4434840" y="13990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i_ppt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1526591"/>
            <a:ext cx="311810" cy="3118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371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17373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available information to reach a conclusion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955280" y="1234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EF5"/>
          </a:solidFill>
          <a:ln/>
        </p:spPr>
      </p:sp>
      <p:sp>
        <p:nvSpPr>
          <p:cNvPr id="14" name="Shape 10"/>
          <p:cNvSpPr/>
          <p:nvPr/>
        </p:nvSpPr>
        <p:spPr>
          <a:xfrm>
            <a:off x="8138160" y="13990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ai_ppt/icons/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5719" y="1526591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69680" y="1371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8869680" y="17373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solutions to problems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2880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EF5"/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" y="30449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ai_ppt/icons/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79" y="3172511"/>
            <a:ext cx="311810" cy="31181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463040" y="33832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appropriate action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51960" y="2880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EF5"/>
          </a:solidFill>
          <a:ln/>
        </p:spPr>
      </p:sp>
      <p:sp>
        <p:nvSpPr>
          <p:cNvPr id="24" name="Shape 18"/>
          <p:cNvSpPr/>
          <p:nvPr/>
        </p:nvSpPr>
        <p:spPr>
          <a:xfrm>
            <a:off x="4434840" y="30449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/home/claude/ai_ppt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399" y="3172511"/>
            <a:ext cx="311810" cy="31181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6636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5166360" y="33832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data or experience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955280" y="2880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EF5"/>
          </a:solidFill>
          <a:ln/>
        </p:spPr>
      </p:sp>
      <p:sp>
        <p:nvSpPr>
          <p:cNvPr id="29" name="Shape 22"/>
          <p:cNvSpPr/>
          <p:nvPr/>
        </p:nvSpPr>
        <p:spPr>
          <a:xfrm>
            <a:off x="8138160" y="30449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5" descr="/home/claude/ai_ppt/icons/com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5719" y="3172511"/>
            <a:ext cx="311810" cy="31181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86968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8869680" y="33832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human language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568909" y="4265219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Self-Driving Car Pipeline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548640" y="4617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548640" y="461772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2514600" y="461772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29"/>
          <p:cNvSpPr/>
          <p:nvPr/>
        </p:nvSpPr>
        <p:spPr>
          <a:xfrm>
            <a:off x="2770632" y="4617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2770632" y="461772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50" dirty="0"/>
          </a:p>
        </p:txBody>
      </p:sp>
      <p:sp>
        <p:nvSpPr>
          <p:cNvPr id="39" name="Text 31"/>
          <p:cNvSpPr txBox="1"/>
          <p:nvPr/>
        </p:nvSpPr>
        <p:spPr>
          <a:xfrm>
            <a:off x="4736592" y="461772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2"/>
          <p:cNvSpPr/>
          <p:nvPr/>
        </p:nvSpPr>
        <p:spPr>
          <a:xfrm>
            <a:off x="4992624" y="4617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4992624" y="461772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42" name="Text 34"/>
          <p:cNvSpPr txBox="1"/>
          <p:nvPr/>
        </p:nvSpPr>
        <p:spPr>
          <a:xfrm>
            <a:off x="6958584" y="461772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3" name="Shape 35"/>
          <p:cNvSpPr/>
          <p:nvPr/>
        </p:nvSpPr>
        <p:spPr>
          <a:xfrm>
            <a:off x="7214616" y="4617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7214616" y="461772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45" name="Text 37"/>
          <p:cNvSpPr txBox="1"/>
          <p:nvPr/>
        </p:nvSpPr>
        <p:spPr>
          <a:xfrm>
            <a:off x="9180576" y="461772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6" name="Shape 38"/>
          <p:cNvSpPr/>
          <p:nvPr/>
        </p:nvSpPr>
        <p:spPr>
          <a:xfrm>
            <a:off x="9436608" y="461772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9436608" y="461772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(Move/Brake/Turn)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Artificial Intelligence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idea of intelligent machines to generative 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92024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42316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 &amp; Pitts propose a mathematical model of artificial neurons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52928" y="205740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3721608" y="192024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61488" y="15544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42316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proposes the Turing Test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65776" y="205740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4456" y="192024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74336" y="15544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242316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 — the term "Artificial Intelligence" is coined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78624" y="205740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8147304" y="192024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87184" y="15544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0336" y="242316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AI programs for problem solving and games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91472" y="205740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60152" y="192024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00032" y="15544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73184" y="242316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Knowledge-based systems developed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38912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1508760" y="425196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886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47548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become popular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52928" y="438912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3721608" y="425196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61488" y="3886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834640" y="47548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gains importance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65776" y="438912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5934456" y="425196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74336" y="3886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047488" y="47548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powerful computing accelerate AI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78624" y="438912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8147304" y="425196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87184" y="3886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260336" y="47548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achieves major success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491472" y="4389120"/>
            <a:ext cx="2029968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60152" y="4251960"/>
            <a:ext cx="292608" cy="292608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00032" y="3886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473184" y="47548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Large Language Models become widely used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of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humans develop AI? — Making machines capable of assisting with difficult tasks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D9EE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1031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i_ppt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automate tasks that normally require human decision-making, e.g. chatbots answering customer questions.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D9EEF5"/>
          </a:solidFill>
          <a:ln/>
        </p:spPr>
      </p:sp>
      <p:sp>
        <p:nvSpPr>
          <p:cNvPr id="10" name="Shape 7"/>
          <p:cNvSpPr/>
          <p:nvPr/>
        </p:nvSpPr>
        <p:spPr>
          <a:xfrm>
            <a:off x="5783580" y="21031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ai_ppt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6576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solve complex problems using search and reasoning, e.g. finding the best route between two cities.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D9EE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669780" y="21031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ai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380" y="23317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Data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595360" y="36576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identify patterns from large datasets, e.g. predicting AQI from pollution and weather data.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of AI (continued)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the key drivers behind building intelligent machines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D9EE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1031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i_ppt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Human Effort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performs repetitive and time-consuming tasks, e.g. automatic document classification.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D9EEF5"/>
          </a:solidFill>
          <a:ln/>
        </p:spPr>
      </p:sp>
      <p:sp>
        <p:nvSpPr>
          <p:cNvPr id="10" name="Shape 7"/>
          <p:cNvSpPr/>
          <p:nvPr/>
        </p:nvSpPr>
        <p:spPr>
          <a:xfrm>
            <a:off x="5783580" y="21031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ai_ppt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 Making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6576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analyze information quickly, e.g. fraud detection in banking.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D9EE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669780" y="21031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ai_ppt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380" y="23317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Environments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595360" y="36576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can work where humans may be at risk, e.g. disaster rescue or space exploration.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of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and complexity of information and tasks has increased significantly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D9EEF5"/>
          </a:solidFill>
          <a:ln w="12700">
            <a:solidFill>
              <a:srgbClr val="D9EE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936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ai_ppt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" y="1909267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7335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Large Data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673352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analyze millions of records quickly.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E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86664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ai_ppt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" y="300654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77063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x 7 Operation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770632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can operate continuously without fatigue.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D9EEF5"/>
          </a:solidFill>
          <a:ln w="12700">
            <a:solidFill>
              <a:srgbClr val="D9EE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396392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ai_ppt/icons/bulls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" y="410382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86791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3867912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reduce errors in many repetitive and well-defined tasks.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E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506120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ai_ppt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" y="5201107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6519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0" y="4965192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automate complex processes.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of AI (continued)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the practical requirements that make AI essential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D9EEF5"/>
          </a:solidFill>
          <a:ln w="12700">
            <a:solidFill>
              <a:srgbClr val="D9EE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936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ai_ppt/icons/thumbs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" y="1909267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7335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673352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provide customized recommendations, e.g. YouTube recommends videos based on your interests.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E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86664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ai_ppt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" y="300654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77063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770632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predict future outcomes from historical data, e.g. Past AQI + Weather Data → AI → Future AQI.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D9EEF5"/>
          </a:solidFill>
          <a:ln w="12700">
            <a:solidFill>
              <a:srgbClr val="D9EE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396392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ai_ppt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" y="410382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86791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to Humans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3867912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supports professionals such as doctors, engineers, teachers and researchers.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vs Need of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A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important exam comparison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we want AI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goals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intelligence, problem solving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we want to achieve?"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4800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3886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a machine that can diagnose diseases intelligently.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4028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AI is required / useful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practical requirements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processing, prediction, 24x7 operation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AI necessary?"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3749040"/>
            <a:ext cx="4800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537960" y="3886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must analyze huge amounts of medical information, so AI can assist them.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transforming every major field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6642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ai_ppt/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322" y="1808226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231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6148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07208" y="14630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16642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/home/claude/ai_ppt/icons/grad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90" y="1808226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98648" y="24231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898648" y="276148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tutoring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5776" y="14630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5806440" y="16642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/home/claude/ai_ppt/icons/seed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458" y="1808226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57216" y="24231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157216" y="276148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detection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24344" y="14630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065A82"/>
          </a:solidFill>
          <a:ln/>
        </p:spPr>
      </p:sp>
      <p:sp>
        <p:nvSpPr>
          <p:cNvPr id="20" name="Shape 15"/>
          <p:cNvSpPr/>
          <p:nvPr/>
        </p:nvSpPr>
        <p:spPr>
          <a:xfrm>
            <a:off x="8065008" y="16642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/home/claude/ai_ppt/icons/univers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026" y="1808226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15784" y="24231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415784" y="276148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82912" y="14630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065A82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23576" y="166420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6" name="Image 4" descr="/home/claude/ai_ppt/icons/ro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7594" y="1808226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74352" y="24231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9674352" y="276148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361188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30" name="Shape 23"/>
          <p:cNvSpPr/>
          <p:nvPr/>
        </p:nvSpPr>
        <p:spPr>
          <a:xfrm>
            <a:off x="1289304" y="381304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1" name="Image 5" descr="/home/claude/ai_ppt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3322" y="3957066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40080" y="45720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40080" y="491032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807208" y="361188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35" name="Shape 27"/>
          <p:cNvSpPr/>
          <p:nvPr/>
        </p:nvSpPr>
        <p:spPr>
          <a:xfrm>
            <a:off x="3547872" y="381304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6" name="Image 6" descr="/home/claude/ai_ppt/icons/clou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1890" y="3957066"/>
            <a:ext cx="352044" cy="3520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898648" y="45720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2898648" y="491032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prediction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065776" y="361188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40" name="Shape 31"/>
          <p:cNvSpPr/>
          <p:nvPr/>
        </p:nvSpPr>
        <p:spPr>
          <a:xfrm>
            <a:off x="5806440" y="381304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1" name="Image 7" descr="/home/claude/ai_ppt/icons/c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0458" y="3957066"/>
            <a:ext cx="352044" cy="3520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157216" y="45720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5157216" y="491032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324344" y="361188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45" name="Shape 35"/>
          <p:cNvSpPr/>
          <p:nvPr/>
        </p:nvSpPr>
        <p:spPr>
          <a:xfrm>
            <a:off x="8065008" y="381304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6" name="Image 8" descr="/home/claude/ai_ppt/icons/robo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9026" y="3957066"/>
            <a:ext cx="352044" cy="35204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415784" y="45720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7415784" y="491032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robots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9582912" y="361188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50" name="Shape 39"/>
          <p:cNvSpPr/>
          <p:nvPr/>
        </p:nvSpPr>
        <p:spPr>
          <a:xfrm>
            <a:off x="10323576" y="381304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1" name="Image 9" descr="/home/claude/ai_ppt/icons/comment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67594" y="3957066"/>
            <a:ext cx="352044" cy="352044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9674352" y="45720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</p:txBody>
      </p:sp>
      <p:sp>
        <p:nvSpPr>
          <p:cNvPr id="53" name="Text 41"/>
          <p:cNvSpPr txBox="1"/>
          <p:nvPr/>
        </p:nvSpPr>
        <p:spPr>
          <a:xfrm>
            <a:off x="9674352" y="491032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translation</a:t>
            </a:r>
            <a:endParaRPr lang="en-US" sz="1050" dirty="0"/>
          </a:p>
        </p:txBody>
      </p:sp>
      <p:sp>
        <p:nvSpPr>
          <p:cNvPr id="5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703</Words>
  <Application>Microsoft Office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3</cp:revision>
  <dcterms:created xsi:type="dcterms:W3CDTF">2026-09-12T14:54:04Z</dcterms:created>
  <dcterms:modified xsi:type="dcterms:W3CDTF">2026-09-21T00:50:21Z</dcterms:modified>
</cp:coreProperties>
</file>