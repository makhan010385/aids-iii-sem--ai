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294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compare outputs from the four tools. Likely observations: answers differ in structure, depth, examples and whether sources are cited. Emphasise verifying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822960"/>
            <a:ext cx="2377440" cy="2377440"/>
          </a:xfrm>
          <a:prstGeom prst="ellipse">
            <a:avLst/>
          </a:prstGeom>
          <a:solidFill>
            <a:srgbClr val="5B3FD1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0" y="2651760"/>
            <a:ext cx="1188720" cy="1188720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41732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/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General-Purpose AI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 ·  Claude  ·  Gemini  ·  Perplexity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114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9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for students: writing, research, coding help, file/data analysis, cited web search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“Conversational AI” mean?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lets a user interact with an AI system using natural language, just like having a conversation.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371600" cy="1737360"/>
          </a:xfrm>
          <a:prstGeom prst="roundRect">
            <a:avLst>
              <a:gd name="adj" fmla="val 8000"/>
            </a:avLst>
          </a:prstGeom>
          <a:solidFill>
            <a:srgbClr val="F4F2F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146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320040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104" y="3063240"/>
            <a:ext cx="164592" cy="16459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194560" y="2286000"/>
            <a:ext cx="1371600" cy="1737360"/>
          </a:xfrm>
          <a:prstGeom prst="roundRect">
            <a:avLst>
              <a:gd name="adj" fmla="val 8000"/>
            </a:avLst>
          </a:prstGeom>
          <a:solidFill>
            <a:srgbClr val="F4F2FA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040" y="2514600"/>
            <a:ext cx="548640" cy="5486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267712" y="320040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/ Prompt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24" y="3063240"/>
            <a:ext cx="164592" cy="164592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840480" y="2286000"/>
            <a:ext cx="1371600" cy="1737360"/>
          </a:xfrm>
          <a:prstGeom prst="roundRect">
            <a:avLst>
              <a:gd name="adj" fmla="val 8000"/>
            </a:avLst>
          </a:prstGeom>
          <a:solidFill>
            <a:srgbClr val="5B3FD1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2514600"/>
            <a:ext cx="548640" cy="54864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913632" y="320040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4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944" y="3063240"/>
            <a:ext cx="164592" cy="164592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5486400" y="2286000"/>
            <a:ext cx="1371600" cy="1737360"/>
          </a:xfrm>
          <a:prstGeom prst="roundRect">
            <a:avLst>
              <a:gd name="adj" fmla="val 8000"/>
            </a:avLst>
          </a:prstGeom>
          <a:solidFill>
            <a:srgbClr val="5B3FD1"/>
          </a:solidFill>
          <a:ln/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7880" y="2514600"/>
            <a:ext cx="548640" cy="54864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5559552" y="320040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+ Generation</a:t>
            </a:r>
            <a:endParaRPr lang="en-US" sz="14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3063240"/>
            <a:ext cx="164592" cy="164592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7132320" y="2286000"/>
            <a:ext cx="1371600" cy="1737360"/>
          </a:xfrm>
          <a:prstGeom prst="roundRect">
            <a:avLst>
              <a:gd name="adj" fmla="val 8000"/>
            </a:avLst>
          </a:prstGeom>
          <a:solidFill>
            <a:srgbClr val="F4F2FA"/>
          </a:solidFill>
          <a:ln/>
        </p:spPr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2514600"/>
            <a:ext cx="548640" cy="54864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7205472" y="320040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23" name="Text 12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natural-language loop applies whether you are asking a question, rewriting text, or debugging code.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85800" cy="685800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4747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8412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Learning, writing, coding, data analysis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84048" cy="384048"/>
          </a:xfrm>
          <a:prstGeom prst="ellipse">
            <a:avLst/>
          </a:prstGeom>
          <a:solidFill>
            <a:srgbClr val="10A37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29968"/>
            <a:ext cx="164592" cy="1645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190195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difficult concepts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392680"/>
            <a:ext cx="384048" cy="384048"/>
          </a:xfrm>
          <a:prstGeom prst="ellipse">
            <a:avLst/>
          </a:prstGeom>
          <a:solidFill>
            <a:srgbClr val="10A37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502408"/>
            <a:ext cx="164592" cy="1645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97280" y="237439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and rewriting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2865120"/>
            <a:ext cx="384048" cy="384048"/>
          </a:xfrm>
          <a:prstGeom prst="ellipse">
            <a:avLst/>
          </a:prstGeom>
          <a:solidFill>
            <a:srgbClr val="10A37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974848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28468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assistance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10A37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447288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33192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documents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48640" y="3810000"/>
            <a:ext cx="384048" cy="384048"/>
          </a:xfrm>
          <a:prstGeom prst="ellipse">
            <a:avLst/>
          </a:prstGeom>
          <a:solidFill>
            <a:srgbClr val="10A37F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919728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97280" y="379171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file analysis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548640" y="4282440"/>
            <a:ext cx="384048" cy="384048"/>
          </a:xfrm>
          <a:prstGeom prst="ellipse">
            <a:avLst/>
          </a:prstGeom>
          <a:solidFill>
            <a:srgbClr val="10A37F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392168"/>
            <a:ext cx="164592" cy="16459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097280" y="426415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ideas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5394960" y="1463040"/>
            <a:ext cx="3200400" cy="3017520"/>
          </a:xfrm>
          <a:prstGeom prst="roundRect">
            <a:avLst>
              <a:gd name="adj" fmla="val 4545"/>
            </a:avLst>
          </a:prstGeom>
          <a:solidFill>
            <a:srgbClr val="F4F2FA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56692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5669280" y="210312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“Explain A* search algorithm with a simple real-world example for a B.Tech student.”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85800" cy="6858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4747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8412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documents, writing, coding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29968"/>
            <a:ext cx="164592" cy="1645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190195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Long-document analysis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62890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738628"/>
            <a:ext cx="164592" cy="1645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97280" y="261061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and summarization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447288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33192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assistance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404622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155948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40279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answering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394960" y="1463040"/>
            <a:ext cx="3200400" cy="3017520"/>
          </a:xfrm>
          <a:prstGeom prst="roundRect">
            <a:avLst>
              <a:gd name="adj" fmla="val 4545"/>
            </a:avLst>
          </a:prstGeom>
          <a:solidFill>
            <a:srgbClr val="F4F2FA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6692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669280" y="210312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“Read this research paper and summarize its methodology, dataset and results.”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85800" cy="6858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4747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8412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Q&amp;A, writing, coding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29968"/>
            <a:ext cx="164592" cy="1645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190195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question answering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628900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738628"/>
            <a:ext cx="164592" cy="1645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97280" y="261061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447288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33192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4046220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155948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40279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information across Google's ecosystem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394960" y="1463040"/>
            <a:ext cx="3200400" cy="3017520"/>
          </a:xfrm>
          <a:prstGeom prst="roundRect">
            <a:avLst>
              <a:gd name="adj" fmla="val 4545"/>
            </a:avLst>
          </a:prstGeom>
          <a:solidFill>
            <a:srgbClr val="F4F2FA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6692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669280" y="210312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“Explain the difference between supervised and unsupervised learning with examples.”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85800" cy="685800"/>
          </a:xfrm>
          <a:prstGeom prst="ellipse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4747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Perplexity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8412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with web sources and citations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84048" cy="384048"/>
          </a:xfrm>
          <a:prstGeom prst="ellipse">
            <a:avLst/>
          </a:prstGeom>
          <a:solidFill>
            <a:srgbClr val="20808D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29968"/>
            <a:ext cx="164592" cy="1645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190195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Research-oriented answers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628900"/>
            <a:ext cx="384048" cy="384048"/>
          </a:xfrm>
          <a:prstGeom prst="ellipse">
            <a:avLst/>
          </a:prstGeom>
          <a:solidFill>
            <a:srgbClr val="20808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738628"/>
            <a:ext cx="164592" cy="1645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97280" y="261061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sources and citations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20808D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447288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33192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recent research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4046220"/>
            <a:ext cx="384048" cy="384048"/>
          </a:xfrm>
          <a:prstGeom prst="ellipse">
            <a:avLst/>
          </a:prstGeom>
          <a:solidFill>
            <a:srgbClr val="20808D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155948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40279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claims against sources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394960" y="1463040"/>
            <a:ext cx="3200400" cy="3017520"/>
          </a:xfrm>
          <a:prstGeom prst="roundRect">
            <a:avLst>
              <a:gd name="adj" fmla="val 4545"/>
            </a:avLst>
          </a:prstGeom>
          <a:solidFill>
            <a:srgbClr val="F4F2FA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6692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669280" y="210312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“Find recent research on AI-based crop disease detection and summarize the major approaches with sources.”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comparison for students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603504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academic use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0A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Learning, writing, coding, data analysis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D97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documents, writing, coding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28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Q&amp;A, writing, coding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080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Perplexity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and web-based answers with citations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use more than one tool and compare, and always verify important facts.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21208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474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Classroom activity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3931920" cy="3108960"/>
          </a:xfrm>
          <a:prstGeom prst="roundRect">
            <a:avLst>
              <a:gd name="adj" fmla="val 4412"/>
            </a:avLst>
          </a:prstGeom>
          <a:solidFill>
            <a:srgbClr val="1E1B2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600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all four tools the same question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9456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“Explain Artificial Intelligence and give five applications.”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846320" y="1828800"/>
            <a:ext cx="384048" cy="384048"/>
          </a:xfrm>
          <a:prstGeom prst="ellipse">
            <a:avLst/>
          </a:prstGeom>
          <a:solidFill>
            <a:srgbClr val="5B3FD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938528"/>
            <a:ext cx="164592" cy="1645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81051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846320" y="2359152"/>
            <a:ext cx="384048" cy="384048"/>
          </a:xfrm>
          <a:prstGeom prst="ellipse">
            <a:avLst/>
          </a:prstGeom>
          <a:solidFill>
            <a:srgbClr val="5B3FD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2468880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94960" y="234086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quality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846320" y="2889504"/>
            <a:ext cx="384048" cy="384048"/>
          </a:xfrm>
          <a:prstGeom prst="ellipse">
            <a:avLst/>
          </a:prstGeom>
          <a:solidFill>
            <a:srgbClr val="5B3FD1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2999232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94960" y="287121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4846320" y="3419856"/>
            <a:ext cx="384048" cy="384048"/>
          </a:xfrm>
          <a:prstGeom prst="ellipse">
            <a:avLst/>
          </a:prstGeom>
          <a:solidFill>
            <a:srgbClr val="5B3FD1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3529584"/>
            <a:ext cx="164592" cy="16459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394960" y="34015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/ citations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4846320" y="3950208"/>
            <a:ext cx="384048" cy="384048"/>
          </a:xfrm>
          <a:prstGeom prst="ellipse">
            <a:avLst/>
          </a:prstGeom>
          <a:solidFill>
            <a:srgbClr val="5B3FD1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4059936"/>
            <a:ext cx="164592" cy="16459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394960" y="393192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format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8745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all AI tools give exactly the same answer?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outputs, check sources, and choose the tool that fits the task.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392</Words>
  <Application>Microsoft Office PowerPoint</Application>
  <PresentationFormat>On-screen Show (16:9)</PresentationFormat>
  <Paragraphs>88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Conversational / General-Purpose AI</dc:title>
  <dc:subject>PptxGenJS Presentation</dc:subject>
  <dc:creator>PptxGenJS</dc:creator>
  <cp:lastModifiedBy>Microsoft account</cp:lastModifiedBy>
  <cp:revision>1</cp:revision>
  <dcterms:created xsi:type="dcterms:W3CDTF">2026-09-21T00:54:21Z</dcterms:created>
  <dcterms:modified xsi:type="dcterms:W3CDTF">2026-09-21T01:23:47Z</dcterms:modified>
</cp:coreProperties>
</file>