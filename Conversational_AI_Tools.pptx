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71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stressing academic honesty: AI assistants help, but students must understand and be able to explain the code they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2651760"/>
            <a:ext cx="1188720" cy="118872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Cursor  ·  Claude Code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In-IDE code completion  ·  AI-native editing  ·  Multi-file agentic coding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Coding Assistant?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helps programmers write, understand, modify and debug programs using natural-language instructions.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3035808"/>
            <a:ext cx="164592" cy="1645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9456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46888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6771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3035808"/>
            <a:ext cx="164592" cy="16459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4048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46888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91363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035808"/>
            <a:ext cx="164592" cy="16459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48640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46888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55955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Edit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035808"/>
            <a:ext cx="164592" cy="16459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3232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468880"/>
            <a:ext cx="548640" cy="54864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20547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3" name="Text 12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still decides what to build and checks that the result is correct.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6E40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while writing code inside an 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47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1576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587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55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2278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9592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8679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assistance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2377440"/>
          </a:xfrm>
          <a:prstGeom prst="roundRect">
            <a:avLst>
              <a:gd name="adj" fmla="val 5769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a Python program to check whether a number is prime.”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suggests the code inline, while the student is still typing.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code editor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47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1576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587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55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2278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existing code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9592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8679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multiple files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2377440"/>
          </a:xfrm>
          <a:prstGeom prst="roundRect">
            <a:avLst>
              <a:gd name="adj" fmla="val 5769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“Convert this Python program from a normal function into a class.”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suggests the changes directly inside the existing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coding tasks that span multiple files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student’s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1E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749040" cy="1874520"/>
          </a:xfrm>
          <a:prstGeom prst="roundRect">
            <a:avLst>
              <a:gd name="adj" fmla="val 7317"/>
            </a:avLst>
          </a:prstGeom>
          <a:solidFill>
            <a:srgbClr val="F4F2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11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 login system to this project and update the necessary files.”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352044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630168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394960" y="35021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several files at once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46320" y="406908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178808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94960" y="4050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an agentic workflow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“Multi-file Agentic Coding” mean?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for one function, we give the AI a larger programming task.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299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587752"/>
            <a:ext cx="128016" cy="1280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746504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02996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92224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2587752"/>
            <a:ext cx="128016" cy="12801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944368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2029968"/>
            <a:ext cx="402336" cy="40233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990088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2587752"/>
            <a:ext cx="128016" cy="12801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142232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2029968"/>
            <a:ext cx="402336" cy="40233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187952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code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587752"/>
            <a:ext cx="128016" cy="12801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340096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2029968"/>
            <a:ext cx="402336" cy="402336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5385816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files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587752"/>
            <a:ext cx="128016" cy="128016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6537960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856" y="2029968"/>
            <a:ext cx="402336" cy="402336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583680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debug</a:t>
            </a:r>
            <a:endParaRPr lang="en-US" sz="12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587752"/>
            <a:ext cx="128016" cy="128016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7735824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FF7A59"/>
          </a:solidFill>
          <a:ln/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029968"/>
            <a:ext cx="402336" cy="402336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7781544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1" name="Text 1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assists with the overall coding task, not just a single line of code.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1554480"/>
          </a:xfrm>
          <a:prstGeom prst="roundRect">
            <a:avLst>
              <a:gd name="adj" fmla="val 8824"/>
            </a:avLst>
          </a:prstGeom>
          <a:solidFill>
            <a:srgbClr val="5B3F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C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 student attendance module to my Python project.”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AI may need to work with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342900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4600" y="399592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176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4F2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201168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121408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0" y="1965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touches several files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120640" y="278892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898648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69280" y="2743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keeps the project consistent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120640" y="356616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675888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669280" y="3520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test every change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267712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6E40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coding assistance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/ write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code editing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and refactor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across multiple project files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still need a programmer who can read, test and explain the code.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120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474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practical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66160" cy="3154680"/>
          </a:xfrm>
          <a:prstGeom prst="roundRect">
            <a:avLst>
              <a:gd name="adj" fmla="val 4348"/>
            </a:avLst>
          </a:prstGeom>
          <a:solidFill>
            <a:srgbClr val="1E1B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a Python Student Management System with add, delete, search and display functions.”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step by step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746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code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0560" y="22402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805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22037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every function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80560" y="26974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805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983480" y="26609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one error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80560" y="31546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805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1181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find the error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80560" y="36118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8056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35753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corrected program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80560" y="4069080"/>
            <a:ext cx="347472" cy="347472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4805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983480" y="4032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code yourself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writes code. You decide what it should do, and check that it works.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line, test the program, and be able to explain it in your own words.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499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Assistants</dc:title>
  <dc:subject>PptxGenJS Presentation</dc:subject>
  <dc:creator>PptxGenJS</dc:creator>
  <cp:lastModifiedBy>Microsoft account</cp:lastModifiedBy>
  <cp:revision>1</cp:revision>
  <dcterms:created xsi:type="dcterms:W3CDTF">2026-09-21T01:26:39Z</dcterms:created>
  <dcterms:modified xsi:type="dcterms:W3CDTF">2026-09-21T01:31:08Z</dcterms:modified>
</cp:coreProperties>
</file>