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7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SEARCH ALGORITHMS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Comparison of Four Classic Search Strategies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1751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5204" y="3794760"/>
            <a:ext cx="2135124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75204" y="3794760"/>
            <a:ext cx="2135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Best-First 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11496" y="3794760"/>
            <a:ext cx="1367028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1496" y="3794760"/>
            <a:ext cx="136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9692" y="37947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3E5C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9692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AO* Search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·  Core Idea  ·  Cost Functions  ·  Optimality  ·  Applications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Table — Core Mechanics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440680"/>
        </p:xfrm>
        <a:graphic>
          <a:graphicData uri="http://schemas.openxmlformats.org/drawingml/2006/table">
            <a:tbl>
              <a:tblPr/>
              <a:tblGrid>
                <a:gridCol w="2148840"/>
                <a:gridCol w="2240280"/>
                <a:gridCol w="2240280"/>
                <a:gridCol w="2240280"/>
                <a:gridCol w="21945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 Climbing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Best-First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AO*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9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heuristic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heuristic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heuristic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heuristic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a better neighboring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the most promising available 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low-cost path using actual + estimated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solution in an AND–OR 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heuristic?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of neighbors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f(n) = h(n)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f(n) = g(n) + h(n)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+ AND/OR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g(n)?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(normally)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(greedy version)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 (cost of subproblems)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h(n)?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Table — Behavior &amp; Use Cases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256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440680"/>
        </p:xfrm>
        <a:graphic>
          <a:graphicData uri="http://schemas.openxmlformats.org/drawingml/2006/table">
            <a:tbl>
              <a:tblPr/>
              <a:tblGrid>
                <a:gridCol w="2148840"/>
                <a:gridCol w="2240280"/>
                <a:gridCol w="2240280"/>
                <a:gridCol w="2240280"/>
                <a:gridCol w="219456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 Climbing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Best-First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AO*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9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Maintains frontier?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limited / current neighborhood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 — search 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get stuck on plateau?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directly affected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continue exploring alternatives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continue evaluating alternatives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solution?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— not guaranteed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— not generally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 — under suitable conditions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graph / heuristic conditions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graph /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weighted 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AND–OR 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5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goal-directed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/ lowest-cost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Planning, diagnosis, decomposition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276</Words>
  <Application>Microsoft Office PowerPoint</Application>
  <PresentationFormat>Widescreen</PresentationFormat>
  <Paragraphs>79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</cp:revision>
  <dcterms:created xsi:type="dcterms:W3CDTF">2026-09-25T00:43:07Z</dcterms:created>
  <dcterms:modified xsi:type="dcterms:W3CDTF">2026-09-25T01:09:52Z</dcterms:modified>
</cp:coreProperties>
</file>