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AD304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/>
            </a:pPr>
            <a:r>
              <a:t>Unit I – Interactive MCQ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Fundamentals • Production Systems • Search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Q1. What is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The study of computer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The simulation of human intelligence by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The study of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The design of computer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Q2. The term “Artificial Intelligence” was formally introduced at which event?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Dartmouth Conference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Turing Conference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MIT Conference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Stanford Conference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2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Q3. Who is widely known as the Father of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Alan 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John McCarthy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Marvin Minsky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Herbert Simon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3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Q4. Which of the following is a major goal of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Increasing computer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Making machines capable of intelligent decision-making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Reducing storage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Replacing computer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4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Q5. Which is an important motivation for developing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Automating intelligent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Increasing manual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Reducing computer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Eliminating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5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Q6. In a production system, knowledge is generally represented using: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Images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IF–THEN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Audio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Hardware circuits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6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Q7. Which is a major component of a production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Production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Keyboard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7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Q8. A production rule is commonly represented as: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FOR–WHILE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IF–THEN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DO–LOOP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START–STOP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8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Q9. Which is a characteristic of a production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It uses rules to represent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It cannot perform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It only processes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It requires no initial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9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Q10. What is a search space in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The physical memory of a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The set of possible states that can be explored to solve 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The internet search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The storage area of an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10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Q11. Which is an example of a blind/uninformed search?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A*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Best-First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Breadth-First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Hill Climbing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11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Q12. What is heuristic information?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Exact information about every possible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An estimate used to guide the search toward 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Computer hardware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Information about programming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12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Q13. Which algorithm mainly evaluates the current state and its neighboring states?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Hill Climbing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A*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Breadth-First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AO*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13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Q14. A major problem of Hill Climbing is: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Large memory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Local maximum and plateau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Inability to use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Always finding the optimal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14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Q15. Best-First Search generally selects the node having: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Highest h(n)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Lowest h(n)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Highest g(n)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Lowest depth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15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Q16. The evaluation function used by A* Search is: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f(n) = g(n) − h(n)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f(n) = g(n) × h(n)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f(n) = g(n) + h(n)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f(n) = h(n) − g(n)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16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Q17. In A* Search, g(n) represents: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Estimated cost from node to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Actual cost from the initial node to node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Total number of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Goal state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17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Q18. In A* Search, h(n) represents: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Actual cost already travelled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Estimated cost from node n to 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Number of explored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Depth of the search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18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Q19. AO* Search is particularly suitable for: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AND-OR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Only linear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Sorting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Database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19 of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Q20. Which statement correctly distinguishes Hill Climbing from A* Search?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A. Hill Climbing uses no states, while A* uses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79191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B. Hill Climbing focuses mainly on local improvement, while A* considers path cost and heuristic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58183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C. Both always produce the same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37175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D. A* does not use heuristic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309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Question 20 of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Answer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1-B   2-A   3-B   4-B   5-A   6-B   7-A   8-B   9-A   10-B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11-C   12-B   13-A   14-B   15-B   16-C   17-B   18-B   19-A   20-B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Show this slide after the class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