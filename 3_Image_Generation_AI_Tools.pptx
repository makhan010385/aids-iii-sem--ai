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idea: AI models turn a written description into an image. Today we look at four popular tools and how students can use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flow: prompt in, model interprets, image out. The example prompt is used again later in the class activity.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B7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FOR STUDENTS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Generation AI Tools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71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text prompt to visual content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319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9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Midjourney  ·  DALL·E 3  ·  Stable Diffusion  ·  FLUX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1234440"/>
            <a:ext cx="1051560" cy="1051560"/>
          </a:xfrm>
          <a:prstGeom prst="ellipse">
            <a:avLst/>
          </a:prstGeom>
          <a:solidFill>
            <a:srgbClr val="6C3CE9"/>
          </a:solidFill>
          <a:ln w="12700">
            <a:solidFill>
              <a:srgbClr val="6C3CE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7930" y="1497330"/>
            <a:ext cx="525780" cy="5257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852160" y="23317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Midjourney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406640" y="1234440"/>
            <a:ext cx="1051560" cy="1051560"/>
          </a:xfrm>
          <a:prstGeom prst="ellipse">
            <a:avLst/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530" y="1497330"/>
            <a:ext cx="525780" cy="5257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23760" y="23317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DALL·E 3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035040" y="2834640"/>
            <a:ext cx="1051560" cy="1051560"/>
          </a:xfrm>
          <a:prstGeom prst="ellipse">
            <a:avLst/>
          </a:prstGeom>
          <a:solidFill>
            <a:srgbClr val="F0762B"/>
          </a:solidFill>
          <a:ln w="12700">
            <a:solidFill>
              <a:srgbClr val="F0762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930" y="3097530"/>
            <a:ext cx="525780" cy="5257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852160" y="39319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Diffusion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7406640" y="2834640"/>
            <a:ext cx="1051560" cy="1051560"/>
          </a:xfrm>
          <a:prstGeom prst="ellipse">
            <a:avLst/>
          </a:prstGeom>
          <a:solidFill>
            <a:srgbClr val="E8446F"/>
          </a:solidFill>
          <a:ln w="12700">
            <a:solidFill>
              <a:srgbClr val="E8446F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9530" y="3097530"/>
            <a:ext cx="525780" cy="5257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223760" y="39319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Image Generation AI?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drawing by hand, we describe what we want in natural language.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2860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94360" y="1600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C3C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Prompt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011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describe the image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834640" y="1943100"/>
            <a:ext cx="502920" cy="0"/>
          </a:xfrm>
          <a:prstGeom prst="line">
            <a:avLst/>
          </a:prstGeom>
          <a:noFill/>
          <a:ln w="25400">
            <a:solidFill>
              <a:srgbClr val="241B3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429000" y="1417320"/>
            <a:ext cx="22860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66160" y="1600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A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Image Model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2011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Interprets the prompt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806440" y="1943100"/>
            <a:ext cx="502920" cy="0"/>
          </a:xfrm>
          <a:prstGeom prst="line">
            <a:avLst/>
          </a:prstGeom>
          <a:noFill/>
          <a:ln w="25400">
            <a:solidFill>
              <a:srgbClr val="241B3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400800" y="1417320"/>
            <a:ext cx="22860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537960" y="1600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44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Generated Image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011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content is created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8229600" cy="1691640"/>
          </a:xfrm>
          <a:prstGeom prst="roundRect">
            <a:avLst>
              <a:gd name="adj" fmla="val 6486"/>
            </a:avLst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063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7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EXAMPLE PROMPT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338328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futuristic smart agriculture system using drones, IoT sensors and AI to monitor a soybean field, realistic, professional technology illustration.”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tools, four strengths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883664" cy="3154680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417320"/>
            <a:ext cx="640080" cy="640080"/>
          </a:xfrm>
          <a:prstGeom prst="ellipse">
            <a:avLst/>
          </a:prstGeom>
          <a:solidFill>
            <a:srgbClr val="6C3CE9"/>
          </a:solidFill>
          <a:ln w="12700">
            <a:solidFill>
              <a:srgbClr val="6C3CE9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5773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194560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41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Midjourney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788920"/>
            <a:ext cx="1472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and artistic image generation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703320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C3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93192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art, posters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569464" y="1188720"/>
            <a:ext cx="1883664" cy="3154680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98064" y="1417320"/>
            <a:ext cx="640080" cy="640080"/>
          </a:xfrm>
          <a:prstGeom prst="ellipse">
            <a:avLst/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8084" y="157734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798064" y="2194560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41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DALL·E 3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2798064" y="2788920"/>
            <a:ext cx="1472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natural-language prompts and clear educational visuals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2798064" y="3703320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2798064" y="393192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Illustrations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681728" y="1188720"/>
            <a:ext cx="1883664" cy="3154680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910328" y="1417320"/>
            <a:ext cx="640080" cy="640080"/>
          </a:xfrm>
          <a:prstGeom prst="ellipse">
            <a:avLst/>
          </a:prstGeom>
          <a:solidFill>
            <a:srgbClr val="F0762B"/>
          </a:solidFill>
          <a:ln w="12700">
            <a:solidFill>
              <a:srgbClr val="F0762B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0348" y="157734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910328" y="2194560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41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Stable Diffusion</a:t>
            </a:r>
            <a:endParaRPr lang="en-US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4910328" y="2788920"/>
            <a:ext cx="1472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Customizable image generation and image workflows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4910328" y="3703320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0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4910328" y="393192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experiments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6793992" y="1188720"/>
            <a:ext cx="1883664" cy="3154680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7022592" y="1417320"/>
            <a:ext cx="640080" cy="640080"/>
          </a:xfrm>
          <a:prstGeom prst="ellipse">
            <a:avLst/>
          </a:prstGeom>
          <a:solidFill>
            <a:srgbClr val="E8446F"/>
          </a:solidFill>
          <a:ln w="12700">
            <a:solidFill>
              <a:srgbClr val="E8446F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2612" y="1577340"/>
            <a:ext cx="320040" cy="32004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022592" y="2194560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41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FLUX</a:t>
            </a:r>
            <a:endParaRPr lang="en-US" sz="1700" dirty="0"/>
          </a:p>
        </p:txBody>
      </p:sp>
      <p:sp>
        <p:nvSpPr>
          <p:cNvPr id="28" name="Text 22"/>
          <p:cNvSpPr txBox="1"/>
          <p:nvPr/>
        </p:nvSpPr>
        <p:spPr>
          <a:xfrm>
            <a:off x="7022592" y="2788920"/>
            <a:ext cx="1472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High-quality modern text-to-image models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7022592" y="3703320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4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7022592" y="393192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experiments</a:t>
            </a:r>
            <a:endParaRPr lang="en-US" sz="1300" dirty="0"/>
          </a:p>
        </p:txBody>
      </p:sp>
      <p:sp>
        <p:nvSpPr>
          <p:cNvPr id="31" name="Text 25"/>
          <p:cNvSpPr txBox="1"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 in every tool: a text prompt goes in, an image comes out.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Midjourney and DALL·E 3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252728"/>
            <a:ext cx="548640" cy="548640"/>
          </a:xfrm>
          <a:prstGeom prst="ellipse">
            <a:avLst/>
          </a:prstGeom>
          <a:solidFill>
            <a:srgbClr val="6C3CE9"/>
          </a:solidFill>
          <a:ln w="12700">
            <a:solidFill>
              <a:srgbClr val="6C3CE9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89888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25272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1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Midjourney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96596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C3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STRENGTH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167128"/>
            <a:ext cx="35433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4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and artistic image generation.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8346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C3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3035808"/>
            <a:ext cx="3543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art  ·  Posters  ·  Creative illustrations  ·  Presentation visuals  ·  Product concepts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85800" y="3611880"/>
            <a:ext cx="3543300" cy="914400"/>
          </a:xfrm>
          <a:prstGeom prst="roundRect">
            <a:avLst>
              <a:gd name="adj" fmla="val 8000"/>
            </a:avLst>
          </a:prstGeom>
          <a:solidFill>
            <a:srgbClr val="EEEAF8"/>
          </a:solidFill>
          <a:ln w="12700">
            <a:solidFill>
              <a:srgbClr val="EEEAF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3675888"/>
            <a:ext cx="32689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4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“Futuristic AI-powered university classroom with students interacting with intelligent robots, professional educational illustration.”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86300" y="1051560"/>
            <a:ext cx="40005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914900" y="1252728"/>
            <a:ext cx="548640" cy="548640"/>
          </a:xfrm>
          <a:prstGeom prst="ellipse">
            <a:avLst/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060" y="1389888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600700" y="125272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1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DALL·E 3</a:t>
            </a:r>
            <a:endParaRPr lang="en-US" sz="2200" dirty="0"/>
          </a:p>
        </p:txBody>
      </p:sp>
      <p:sp>
        <p:nvSpPr>
          <p:cNvPr id="17" name="Text 13"/>
          <p:cNvSpPr txBox="1"/>
          <p:nvPr/>
        </p:nvSpPr>
        <p:spPr>
          <a:xfrm>
            <a:off x="4914900" y="196596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STRENGTH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4914900" y="2167128"/>
            <a:ext cx="35433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4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detailed natural-language descriptions into useful educational and presentation visuals.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4914900" y="28346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4914900" y="3035808"/>
            <a:ext cx="3543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diagrams  ·  Illustrations  ·  Posters  ·  Presentation images  ·  Concept visualization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4914900" y="3611880"/>
            <a:ext cx="3543300" cy="914400"/>
          </a:xfrm>
          <a:prstGeom prst="roundRect">
            <a:avLst>
              <a:gd name="adj" fmla="val 8000"/>
            </a:avLst>
          </a:prstGeom>
          <a:solidFill>
            <a:srgbClr val="EEEAF8"/>
          </a:solidFill>
          <a:ln w="12700">
            <a:solidFill>
              <a:srgbClr val="EEEAF8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5052060" y="3675888"/>
            <a:ext cx="32689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4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“Create an educational illustration showing how Artificial Intelligence works: Input Data → Machine Learning → Prediction → Decision.”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Stable Diffusion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family for customizable image generation and image workflows.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91640"/>
            <a:ext cx="3840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4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experiments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4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image generation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4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Artistic styles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4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Image-to-image workflows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4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Computer-vision research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611880"/>
            <a:ext cx="3840480" cy="1005840"/>
          </a:xfrm>
          <a:prstGeom prst="roundRect">
            <a:avLst>
              <a:gd name="adj" fmla="val 9091"/>
            </a:avLst>
          </a:prstGeom>
          <a:solidFill>
            <a:srgbClr val="FFF1DB"/>
          </a:solidFill>
          <a:ln w="12700">
            <a:solidFill>
              <a:srgbClr val="FFF1D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840480"/>
            <a:ext cx="320040" cy="3200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97280" y="37033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 </a:t>
            </a:r>
            <a:pPr indent="0" marL="0">
              <a:buNone/>
            </a:pPr>
            <a:r>
              <a:rPr lang="en-US" sz="1400" dirty="0">
                <a:solidFill>
                  <a:srgbClr val="7A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synthetic images before using them as research data.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754880" y="13716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EXAMPLE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691640"/>
            <a:ext cx="393192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3DDF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92040" y="169164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Soybean leaf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720840" y="2130552"/>
            <a:ext cx="0" cy="146304"/>
          </a:xfrm>
          <a:prstGeom prst="line">
            <a:avLst/>
          </a:prstGeom>
          <a:noFill/>
          <a:ln w="25400">
            <a:solidFill>
              <a:srgbClr val="F0762B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4754880" y="2295144"/>
            <a:ext cx="393192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3DDF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92040" y="2295144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image generation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720840" y="2734056"/>
            <a:ext cx="0" cy="146304"/>
          </a:xfrm>
          <a:prstGeom prst="line">
            <a:avLst/>
          </a:prstGeom>
          <a:noFill/>
          <a:ln w="25400">
            <a:solidFill>
              <a:srgbClr val="F0762B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4754880" y="2898648"/>
            <a:ext cx="393192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3DDF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892040" y="289864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diseased leaf images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720840" y="3337560"/>
            <a:ext cx="0" cy="146304"/>
          </a:xfrm>
          <a:prstGeom prst="line">
            <a:avLst/>
          </a:prstGeom>
          <a:noFill/>
          <a:ln w="25400">
            <a:solidFill>
              <a:srgbClr val="F0762B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4754880" y="3502152"/>
            <a:ext cx="393192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3DDF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92040" y="350215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 training dataset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720840" y="3941064"/>
            <a:ext cx="0" cy="146304"/>
          </a:xfrm>
          <a:prstGeom prst="line">
            <a:avLst/>
          </a:prstGeom>
          <a:noFill/>
          <a:ln w="25400">
            <a:solidFill>
              <a:srgbClr val="F0762B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4754880" y="4105656"/>
            <a:ext cx="3931920" cy="420624"/>
          </a:xfrm>
          <a:prstGeom prst="roundRect">
            <a:avLst>
              <a:gd name="adj" fmla="val 17391"/>
            </a:avLst>
          </a:prstGeom>
          <a:solidFill>
            <a:srgbClr val="F0762B"/>
          </a:solidFill>
          <a:ln w="12700">
            <a:solidFill>
              <a:srgbClr val="F0762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892040" y="410565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/ Vision Model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FLUX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family of modern text-to-image models designed for high-quality generation.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840480" cy="3108960"/>
          </a:xfrm>
          <a:prstGeom prst="roundRect">
            <a:avLst>
              <a:gd name="adj" fmla="val 3529"/>
            </a:avLst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640080" cy="640080"/>
          </a:xfrm>
          <a:prstGeom prst="ellipse">
            <a:avLst/>
          </a:prstGeom>
          <a:solidFill>
            <a:srgbClr val="E8446F"/>
          </a:solidFill>
          <a:ln w="12700">
            <a:solidFill>
              <a:srgbClr val="E8446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8973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606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9D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 PROMPT LIKE THIS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88036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“Product visualization of a compact soil-moisture sensor for smart farming, studio lighting, clean background.”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4754880" y="1417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4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783080"/>
            <a:ext cx="393192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46320" y="1828800"/>
            <a:ext cx="365760" cy="365760"/>
          </a:xfrm>
          <a:prstGeom prst="ellipse">
            <a:avLst/>
          </a:prstGeom>
          <a:solidFill>
            <a:srgbClr val="E8446F"/>
          </a:solidFill>
          <a:ln w="12700">
            <a:solidFill>
              <a:srgbClr val="E8446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920240"/>
            <a:ext cx="182880" cy="1828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394960" y="1783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Illustrations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4754880" y="2350008"/>
            <a:ext cx="393192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846320" y="2395728"/>
            <a:ext cx="365760" cy="365760"/>
          </a:xfrm>
          <a:prstGeom prst="ellipse">
            <a:avLst/>
          </a:prstGeom>
          <a:solidFill>
            <a:srgbClr val="E8446F"/>
          </a:solidFill>
          <a:ln w="12700">
            <a:solidFill>
              <a:srgbClr val="E8446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487168"/>
            <a:ext cx="182880" cy="1828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394960" y="235000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art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4754880" y="2916936"/>
            <a:ext cx="393192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846320" y="2962656"/>
            <a:ext cx="365760" cy="365760"/>
          </a:xfrm>
          <a:prstGeom prst="ellipse">
            <a:avLst/>
          </a:prstGeom>
          <a:solidFill>
            <a:srgbClr val="E8446F"/>
          </a:solidFill>
          <a:ln w="12700">
            <a:solidFill>
              <a:srgbClr val="E8446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054096"/>
            <a:ext cx="182880" cy="1828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394960" y="291693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visualization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4754880" y="3483864"/>
            <a:ext cx="393192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846320" y="3529584"/>
            <a:ext cx="365760" cy="365760"/>
          </a:xfrm>
          <a:prstGeom prst="ellipse">
            <a:avLst/>
          </a:prstGeom>
          <a:solidFill>
            <a:srgbClr val="E8446F"/>
          </a:solidFill>
          <a:ln w="12700">
            <a:solidFill>
              <a:srgbClr val="E8446F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621024"/>
            <a:ext cx="182880" cy="18288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394960" y="348386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experiments</a:t>
            </a:r>
            <a:endParaRPr lang="en-US" sz="1600" dirty="0"/>
          </a:p>
        </p:txBody>
      </p:sp>
      <p:sp>
        <p:nvSpPr>
          <p:cNvPr id="26" name="Shape 19"/>
          <p:cNvSpPr/>
          <p:nvPr/>
        </p:nvSpPr>
        <p:spPr>
          <a:xfrm>
            <a:off x="4754880" y="4050792"/>
            <a:ext cx="393192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846320" y="4096512"/>
            <a:ext cx="365760" cy="365760"/>
          </a:xfrm>
          <a:prstGeom prst="ellipse">
            <a:avLst/>
          </a:prstGeom>
          <a:solidFill>
            <a:srgbClr val="E8446F"/>
          </a:solidFill>
          <a:ln w="12700">
            <a:solidFill>
              <a:srgbClr val="E8446F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4187952"/>
            <a:ext cx="182880" cy="18288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5394960" y="40507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assets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can students create?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87752" cy="3429000"/>
          </a:xfrm>
          <a:prstGeom prst="roundRect">
            <a:avLst>
              <a:gd name="adj" fmla="val 424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417320"/>
            <a:ext cx="594360" cy="594360"/>
          </a:xfrm>
          <a:prstGeom prst="ellipse">
            <a:avLst/>
          </a:prstGeom>
          <a:solidFill>
            <a:srgbClr val="6C3CE9"/>
          </a:solidFill>
          <a:ln w="12700">
            <a:solidFill>
              <a:srgbClr val="6C3CE9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390" y="156591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148840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1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Illustrations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560320"/>
            <a:ext cx="2130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Pictures that explain an idea visually.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3291840"/>
            <a:ext cx="2221992" cy="1143000"/>
          </a:xfrm>
          <a:prstGeom prst="roundRect">
            <a:avLst>
              <a:gd name="adj" fmla="val 6400"/>
            </a:avLst>
          </a:prstGeom>
          <a:solidFill>
            <a:srgbClr val="EEEAF8"/>
          </a:solidFill>
          <a:ln w="12700">
            <a:solidFill>
              <a:srgbClr val="EEEA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58952" y="3346704"/>
            <a:ext cx="198424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4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“Create an illustration explaining an AI robot helping a farmer monitor crops.”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78124" y="1188720"/>
            <a:ext cx="2587752" cy="3429000"/>
          </a:xfrm>
          <a:prstGeom prst="roundRect">
            <a:avLst>
              <a:gd name="adj" fmla="val 424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06724" y="1417320"/>
            <a:ext cx="594360" cy="594360"/>
          </a:xfrm>
          <a:prstGeom prst="ellipse">
            <a:avLst/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5314" y="1565910"/>
            <a:ext cx="297180" cy="2971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06724" y="2148840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1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 Art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3506724" y="2560320"/>
            <a:ext cx="2130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Visualizing an idea that does not yet physically exist.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3461004" y="3291840"/>
            <a:ext cx="2221992" cy="1143000"/>
          </a:xfrm>
          <a:prstGeom prst="roundRect">
            <a:avLst>
              <a:gd name="adj" fmla="val 6400"/>
            </a:avLst>
          </a:prstGeom>
          <a:solidFill>
            <a:srgbClr val="EEEAF8"/>
          </a:solidFill>
          <a:ln w="12700">
            <a:solidFill>
              <a:srgbClr val="EEEAF8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3579876" y="3346704"/>
            <a:ext cx="198424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4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“Concept design of a future autonomous agricultural robot.”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099048" y="1188720"/>
            <a:ext cx="2587752" cy="3429000"/>
          </a:xfrm>
          <a:prstGeom prst="roundRect">
            <a:avLst>
              <a:gd name="adj" fmla="val 424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327648" y="1417320"/>
            <a:ext cx="594360" cy="594360"/>
          </a:xfrm>
          <a:prstGeom prst="ellipse">
            <a:avLst/>
          </a:prstGeom>
          <a:solidFill>
            <a:srgbClr val="E8446F"/>
          </a:solidFill>
          <a:ln w="12700">
            <a:solidFill>
              <a:srgbClr val="E8446F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6238" y="1565910"/>
            <a:ext cx="297180" cy="29718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327648" y="2148840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1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Mockups</a:t>
            </a:r>
            <a:endParaRPr lang="en-US" sz="2000" dirty="0"/>
          </a:p>
        </p:txBody>
      </p:sp>
      <p:sp>
        <p:nvSpPr>
          <p:cNvPr id="21" name="Text 16"/>
          <p:cNvSpPr txBox="1"/>
          <p:nvPr/>
        </p:nvSpPr>
        <p:spPr>
          <a:xfrm>
            <a:off x="6327648" y="2560320"/>
            <a:ext cx="2130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 representation of a proposed design.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281928" y="3291840"/>
            <a:ext cx="2221992" cy="1143000"/>
          </a:xfrm>
          <a:prstGeom prst="roundRect">
            <a:avLst>
              <a:gd name="adj" fmla="val 6400"/>
            </a:avLst>
          </a:prstGeom>
          <a:solidFill>
            <a:srgbClr val="EEEAF8"/>
          </a:solidFill>
          <a:ln w="12700">
            <a:solidFill>
              <a:srgbClr val="EEEAF8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400800" y="3346704"/>
            <a:ext cx="198424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4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“Create a mobile app UI concept for an AI-based crop disease detection application.”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good prompt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417320"/>
          </a:xfrm>
          <a:prstGeom prst="roundRect">
            <a:avLst>
              <a:gd name="adj" fmla="val 7742"/>
            </a:avLst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188720"/>
            <a:ext cx="7589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</a:t>
            </a:r>
            <a:pPr indent="0" marL="0">
              <a:buNone/>
            </a:pPr>
            <a:r>
              <a:rPr lang="en-US" sz="2000" b="1" dirty="0">
                <a:solidFill>
                  <a:srgbClr val="FF7A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futuristic smart agriculture system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using </a:t>
            </a:r>
            <a:pPr indent="0" marL="0">
              <a:buNone/>
            </a:pPr>
            <a:r>
              <a:rPr lang="en-US" sz="2000" b="1" dirty="0">
                <a:solidFill>
                  <a:srgbClr val="5EE0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drones, IoT sensors and AI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to </a:t>
            </a:r>
            <a:pPr indent="0" marL="0">
              <a:buNone/>
            </a:pPr>
            <a:r>
              <a:rPr lang="en-US" sz="2000" b="1" dirty="0">
                <a:solidFill>
                  <a:srgbClr val="FFC4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 a soybean field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</a:t>
            </a:r>
            <a:pPr indent="0" marL="0">
              <a:buNone/>
            </a:pPr>
            <a:r>
              <a:rPr lang="en-US" sz="2000" b="1" dirty="0">
                <a:solidFill>
                  <a:srgbClr val="B79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realistic, professional technology illustration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.”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2788920"/>
            <a:ext cx="19202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97180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F7A9C"/>
          </a:solidFill>
          <a:ln w="12700">
            <a:solidFill>
              <a:srgbClr val="FF7A9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9718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38328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4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futuristic smart agriculture system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1605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what the image is about.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0" y="2788920"/>
            <a:ext cx="19202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0" y="297180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5EE0D0"/>
          </a:solidFill>
          <a:ln w="12700">
            <a:solidFill>
              <a:srgbClr val="5EE0D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43200" y="29718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338328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4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drones, IoT sensors and AI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743200" y="41605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key elements to include.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2788920"/>
            <a:ext cx="19202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297180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FC46B"/>
          </a:solidFill>
          <a:ln w="12700">
            <a:solidFill>
              <a:srgbClr val="FFC4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29718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338328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4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 soybean field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41605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action or setting.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66560" y="2788920"/>
            <a:ext cx="19202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49440" y="297180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B79CFF"/>
          </a:solidFill>
          <a:ln w="12700">
            <a:solidFill>
              <a:srgbClr val="B79C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49440" y="29718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+ PURPOSE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338328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4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realistic, professional technology illustration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949440" y="41605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look and the use.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to put it to work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·  AGRICULTURE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4630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3DD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30352" y="1554480"/>
            <a:ext cx="1316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+ synthetic AI images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947672" y="1988820"/>
            <a:ext cx="173736" cy="0"/>
          </a:xfrm>
          <a:prstGeom prst="line">
            <a:avLst/>
          </a:prstGeom>
          <a:noFill/>
          <a:ln w="25400">
            <a:solidFill>
              <a:srgbClr val="F0762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148840" y="1554480"/>
            <a:ext cx="14630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3DD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221992" y="1554480"/>
            <a:ext cx="1316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39312" y="1988820"/>
            <a:ext cx="173736" cy="0"/>
          </a:xfrm>
          <a:prstGeom prst="line">
            <a:avLst/>
          </a:prstGeom>
          <a:noFill/>
          <a:ln w="25400">
            <a:solidFill>
              <a:srgbClr val="F0762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840480" y="1554480"/>
            <a:ext cx="14630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3DD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913632" y="1554480"/>
            <a:ext cx="1316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330952" y="1988820"/>
            <a:ext cx="173736" cy="0"/>
          </a:xfrm>
          <a:prstGeom prst="line">
            <a:avLst/>
          </a:prstGeom>
          <a:noFill/>
          <a:ln w="25400">
            <a:solidFill>
              <a:srgbClr val="F0762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532120" y="1554480"/>
            <a:ext cx="14630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3DD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605272" y="1554480"/>
            <a:ext cx="1316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/ Vision Transformer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022592" y="1988820"/>
            <a:ext cx="173736" cy="0"/>
          </a:xfrm>
          <a:prstGeom prst="line">
            <a:avLst/>
          </a:prstGeom>
          <a:noFill/>
          <a:ln w="25400">
            <a:solidFill>
              <a:srgbClr val="F0762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223760" y="1554480"/>
            <a:ext cx="1463040" cy="868680"/>
          </a:xfrm>
          <a:prstGeom prst="roundRect">
            <a:avLst>
              <a:gd name="adj" fmla="val 10526"/>
            </a:avLst>
          </a:prstGeom>
          <a:solidFill>
            <a:srgbClr val="F0762B"/>
          </a:solidFill>
          <a:ln w="12700">
            <a:solidFill>
              <a:srgbClr val="F0762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296912" y="1554480"/>
            <a:ext cx="1316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classification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2926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C3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DESIGN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14630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3DD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530352" y="3291840"/>
            <a:ext cx="1316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Topic: Artificial Intelligence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947672" y="3726180"/>
            <a:ext cx="173736" cy="0"/>
          </a:xfrm>
          <a:prstGeom prst="line">
            <a:avLst/>
          </a:prstGeom>
          <a:noFill/>
          <a:ln w="25400">
            <a:solidFill>
              <a:srgbClr val="6C3CE9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148840" y="3291840"/>
            <a:ext cx="14630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3DD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2221992" y="3291840"/>
            <a:ext cx="1316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prompt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39312" y="3726180"/>
            <a:ext cx="173736" cy="0"/>
          </a:xfrm>
          <a:prstGeom prst="line">
            <a:avLst/>
          </a:prstGeom>
          <a:noFill/>
          <a:ln w="25400">
            <a:solidFill>
              <a:srgbClr val="6C3CE9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840480" y="3291840"/>
            <a:ext cx="14630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3DD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3913632" y="3291840"/>
            <a:ext cx="1316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generator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330952" y="3726180"/>
            <a:ext cx="173736" cy="0"/>
          </a:xfrm>
          <a:prstGeom prst="line">
            <a:avLst/>
          </a:prstGeom>
          <a:noFill/>
          <a:ln w="25400">
            <a:solidFill>
              <a:srgbClr val="6C3CE9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532120" y="3291840"/>
            <a:ext cx="14630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3DD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5605272" y="3291840"/>
            <a:ext cx="1316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concept image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022592" y="3726180"/>
            <a:ext cx="173736" cy="0"/>
          </a:xfrm>
          <a:prstGeom prst="line">
            <a:avLst/>
          </a:prstGeom>
          <a:noFill/>
          <a:ln w="25400">
            <a:solidFill>
              <a:srgbClr val="6C3CE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223760" y="3291840"/>
            <a:ext cx="1463040" cy="868680"/>
          </a:xfrm>
          <a:prstGeom prst="roundRect">
            <a:avLst>
              <a:gd name="adj" fmla="val 10526"/>
            </a:avLst>
          </a:prstGeom>
          <a:solidFill>
            <a:srgbClr val="6C3CE9"/>
          </a:solidFill>
          <a:ln w="12700">
            <a:solidFill>
              <a:srgbClr val="6C3C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7296912" y="3291840"/>
            <a:ext cx="1316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slide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images help extend a dataset, but always validate them before training.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they compare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108960"/>
                <a:gridCol w="3200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3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strength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3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 use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3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33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6C3CE9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Midjourney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3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B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Creative, artistic look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3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B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 art, posters, presentation visuals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3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2A594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DALL·E 3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3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B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Understands detailed natural-language prompts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3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B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Educational diagrams, illustrations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3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0762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Stable Diffusion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3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B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Customizable, open-style workflows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3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B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Research, image-to-image, dataset augmentation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3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E8446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FLUX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3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B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High-quality modern text-to-image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3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B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Illustrations, product visualization, design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3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activity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prompt, different tools. Compare the results.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566160" cy="3246120"/>
          </a:xfrm>
          <a:prstGeom prst="roundRect">
            <a:avLst>
              <a:gd name="adj" fmla="val 3380"/>
            </a:avLst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002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7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PROMPT FOR EVERY STUDENT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65960"/>
            <a:ext cx="3063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“Create an illustration of an AI-powered smart agriculture system using drones, IoT sensors, satellite data and machine learning.”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297680" y="1371600"/>
            <a:ext cx="20116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462272" y="1618488"/>
            <a:ext cx="457200" cy="457200"/>
          </a:xfrm>
          <a:prstGeom prst="ellipse">
            <a:avLst/>
          </a:prstGeom>
          <a:solidFill>
            <a:srgbClr val="6C3CE9"/>
          </a:solidFill>
          <a:ln w="12700">
            <a:solidFill>
              <a:srgbClr val="6C3CE9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6572" y="1732788"/>
            <a:ext cx="228600" cy="2286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029200" y="1371600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quality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92240" y="1371600"/>
            <a:ext cx="20116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656832" y="1618488"/>
            <a:ext cx="457200" cy="457200"/>
          </a:xfrm>
          <a:prstGeom prst="ellipse">
            <a:avLst/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1132" y="1732788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223760" y="1371600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understanding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297680" y="2468880"/>
            <a:ext cx="20116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462272" y="2715768"/>
            <a:ext cx="457200" cy="457200"/>
          </a:xfrm>
          <a:prstGeom prst="ellipse">
            <a:avLst/>
          </a:prstGeom>
          <a:solidFill>
            <a:srgbClr val="F0762B"/>
          </a:solidFill>
          <a:ln w="12700">
            <a:solidFill>
              <a:srgbClr val="F0762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6572" y="2830068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029200" y="2468880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Realism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492240" y="2468880"/>
            <a:ext cx="20116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56832" y="2715768"/>
            <a:ext cx="457200" cy="457200"/>
          </a:xfrm>
          <a:prstGeom prst="ellipse">
            <a:avLst/>
          </a:prstGeom>
          <a:solidFill>
            <a:srgbClr val="E8446F"/>
          </a:solidFill>
          <a:ln w="12700">
            <a:solidFill>
              <a:srgbClr val="E8446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1132" y="2830068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23760" y="2468880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rendering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4297680" y="3566160"/>
            <a:ext cx="20116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462272" y="3813048"/>
            <a:ext cx="457200" cy="457200"/>
          </a:xfrm>
          <a:prstGeom prst="ellipse">
            <a:avLst/>
          </a:prstGeom>
          <a:solidFill>
            <a:srgbClr val="6C3CE9"/>
          </a:solidFill>
          <a:ln w="12700">
            <a:solidFill>
              <a:srgbClr val="6C3CE9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6572" y="3927348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029200" y="3566160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Creativity</a:t>
            </a:r>
            <a:endParaRPr lang="en-US" sz="1400" dirty="0"/>
          </a:p>
        </p:txBody>
      </p:sp>
      <p:sp>
        <p:nvSpPr>
          <p:cNvPr id="27" name="Shape 20"/>
          <p:cNvSpPr/>
          <p:nvPr/>
        </p:nvSpPr>
        <p:spPr>
          <a:xfrm>
            <a:off x="6492240" y="3566160"/>
            <a:ext cx="20116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6656832" y="3813048"/>
            <a:ext cx="457200" cy="457200"/>
          </a:xfrm>
          <a:prstGeom prst="ellipse">
            <a:avLst/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1132" y="3927348"/>
            <a:ext cx="228600" cy="22860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7223760" y="3566160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Suitability for a PPT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7A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18872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by purpose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536192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C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Art: Midjourney. Clear visuals: DALL·E 3. Custom workflows: Stable Diffusion. Design: FLUX.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05740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7A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05740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Prompts shape results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404872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C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Subject, details, scene and style make a prompt precise.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92608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7A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92608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synthetic data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273552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C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AI-generated images before using them in research.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79476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7A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79476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Compare, then decide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142232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C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same prompt across tools and pick what suits your slide or project.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 Generation AI Tools</dc:title>
  <dc:subject>PptxGenJS Presentation</dc:subject>
  <dc:creator>PptxGenJS</dc:creator>
  <cp:lastModifiedBy>PptxGenJS</cp:lastModifiedBy>
  <cp:revision>1</cp:revision>
  <dcterms:created xsi:type="dcterms:W3CDTF">2026-09-21T14:50:11Z</dcterms:created>
  <dcterms:modified xsi:type="dcterms:W3CDTF">2026-09-21T14:50:11Z</dcterms:modified>
</cp:coreProperties>
</file>